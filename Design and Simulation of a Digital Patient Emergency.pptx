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custShowLst>
    <p:custShow name="Custom Show 1" id="0">
      <p:sldLst>
        <p:sld r:id="rId14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66" d="100"/>
          <a:sy n="66" d="100"/>
        </p:scale>
        <p:origin x="48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3544C-E1AC-4F8A-9E82-77C5A0745355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EC4A2-5676-4210-88FB-CD900E2B66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257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1EC4A2-5676-4210-88FB-CD900E2B661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950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7447E-C891-DDFE-EE02-B63779C01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8ABD25-8859-93AE-6AEE-D0006CA73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C5120-3451-D0B0-3EE6-C9DBC3055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69C1C-785A-B501-F6B9-C8177E757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D4714-C1DC-0E9A-4D04-8CAEB6A6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87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0150-F8AF-1CCC-74D8-F8F659F7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69E33-EDF0-9552-2A9C-EB6363038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0A053-AE1C-8077-858F-637E5A44B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44C3A-92AA-6160-F5C6-B430BDF56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9ECCA-8326-5AAF-306C-6ECEE26CF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82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70FD5-E41B-2B70-71D1-A28FAB921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73FE9-42B4-D611-8C09-BDF91B6C5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4403F-BD26-7AA1-BBB5-BB78E11B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8408D-1D53-D612-CEBF-50E0B2DEB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351D1-F65C-3A36-470B-772362E4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99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685E1-848F-9ABC-7B82-96466CC34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231EA-04B9-DEF2-82EC-B90EC4CDFA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E5887-32D4-9521-A41B-43A0FB8C1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687D6-D432-A211-E55C-6E1FD4E27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66B4D-4243-7686-7391-DD9C89C2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47698-48CF-D81B-8E0A-E49F5EA50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69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DB9E-492F-16FA-9870-6C723E7BA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C08E9-A831-2505-E9DE-C5026D3D2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556EE-D341-148C-80CD-4A45A6EA3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1B252-ED87-9227-7269-CB022DDFB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4016DC-3B0E-4B47-F835-02075E0298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AC9DA-6F6E-4157-5ACB-9DFA01B9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E448CF-56BC-A15B-DE8C-3A30B6F6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59CA51-FE4A-6092-B840-A8262B55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79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AD864-42B4-10C0-5233-C802F65CE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53FC4B-3E03-EDAA-B561-EB5661CDA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D93E1-9188-3756-AF6A-4EBF1FC84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AE9A7-062B-925D-5569-3F670EDA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2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6A7A4-7D85-95CE-95F9-DF3363A6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D77F5D-0308-66ED-8737-4B852B4A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78979-647D-758B-34EA-F112CC05F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88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FA550-793B-49FB-21C3-F1C354FE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42D09-2F3D-A2D3-5A03-11B5F9D90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46827-04DC-1E97-1B97-081AF0376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0BB8-DDFF-4800-8F08-76BFB6173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562EE-3E7C-86E7-EA44-E73EAAE46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7A884-E082-1941-E0BC-082C7FE7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52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0ED0-DF3E-34F3-211F-6AEA1569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F68459-AC00-5B6D-B93B-B6FB12D637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462CC-98A7-9E09-65BD-677D2A173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BDD49-65C3-9C2C-A87D-0546BD91F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7F4BD-5E47-B7DA-A91A-7783164FB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DDBDC-7C5E-DE9D-1424-671AA6DFC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2F111-93DB-9D52-E344-B9AB73F7B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2F7ED-36B2-95FD-568E-4420322CD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8D267-2C7A-EE12-6DF3-0DE6D995F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4156-8468-ED37-AFA7-3793AD165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DD2D6-0815-1195-0AE8-8449770B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056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E47944-8E80-BB7E-424E-11027D9DD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D8219-E969-DE30-AAA6-B862ED3C7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7176B-8EC3-62E1-A97C-B23A42FB2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9AC5B-DE89-4814-6786-8024A0427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F8F36-64CF-80AE-8C0A-CDECDC05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10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FD0DB-17F2-E519-D508-4B2BCD6FA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7D9CF-4012-5D0F-9ADB-A4562584D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4A651-E19E-49DC-0604-E9739F3538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65E58-29B0-4A2F-A2BD-58AD620CD0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58D8A-3E93-305F-9192-B48BE7BBB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4B71E-5F8A-A532-81E3-BD2F1226F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3502-C57C-8066-27B4-33D5AE9FC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168" y="384427"/>
            <a:ext cx="10539664" cy="2278563"/>
          </a:xfrm>
        </p:spPr>
        <p:txBody>
          <a:bodyPr>
            <a:normAutofit/>
          </a:bodyPr>
          <a:lstStyle/>
          <a:p>
            <a:r>
              <a:rPr lang="en-US" sz="4400" dirty="0"/>
              <a:t>Design and Simulation of a Digital Patient Emergency Alarm and Alert System Using Combination Logic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9718B-B901-DCDC-55AB-5C2A27C5B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0863" y="4195010"/>
            <a:ext cx="6550908" cy="2662989"/>
          </a:xfrm>
        </p:spPr>
        <p:txBody>
          <a:bodyPr>
            <a:normAutofit lnSpcReduction="10000"/>
          </a:bodyPr>
          <a:lstStyle/>
          <a:p>
            <a:r>
              <a:rPr lang="en-IN" dirty="0"/>
              <a:t>PRESENTED BY       </a:t>
            </a:r>
          </a:p>
          <a:p>
            <a:r>
              <a:rPr lang="en-IN" dirty="0"/>
              <a:t>Karthikeya – 2620090056</a:t>
            </a:r>
          </a:p>
          <a:p>
            <a:r>
              <a:rPr lang="en-IN" dirty="0"/>
              <a:t>Harsha – 2620090042</a:t>
            </a:r>
          </a:p>
          <a:p>
            <a:r>
              <a:rPr lang="en-IN" dirty="0"/>
              <a:t>Dhanush – 2620090049</a:t>
            </a:r>
          </a:p>
          <a:p>
            <a:r>
              <a:rPr lang="en-IN" dirty="0"/>
              <a:t>Rohan – 2620090048</a:t>
            </a:r>
          </a:p>
          <a:p>
            <a:r>
              <a:rPr lang="en-IN" dirty="0"/>
              <a:t>Sathvik - 2620090047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64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27CE7-3651-8E8A-CD79-DDE9A32E8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74" y="360947"/>
            <a:ext cx="5610726" cy="1177341"/>
          </a:xfrm>
        </p:spPr>
        <p:txBody>
          <a:bodyPr/>
          <a:lstStyle/>
          <a:p>
            <a:r>
              <a:rPr lang="en-IN" u="sng" dirty="0"/>
              <a:t>PATIENT</a:t>
            </a:r>
            <a:r>
              <a:rPr lang="en-IN" dirty="0"/>
              <a:t> </a:t>
            </a:r>
            <a:r>
              <a:rPr lang="en-IN" u="sng" dirty="0"/>
              <a:t>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FEB23-6ED5-F39F-A390-B6A00ED20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3" y="1715628"/>
            <a:ext cx="6248399" cy="4500688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Patient monitoring is very important in hospitals, especially in critical care environments.</a:t>
            </a:r>
          </a:p>
          <a:p>
            <a:r>
              <a:rPr lang="en-IN" dirty="0"/>
              <a:t>Different parameters such as </a:t>
            </a:r>
            <a:r>
              <a:rPr lang="en-IN" b="1" dirty="0"/>
              <a:t>heart rate, body temperature, oxygen level, and blood pressure</a:t>
            </a:r>
            <a:r>
              <a:rPr lang="en-IN" dirty="0"/>
              <a:t> need to be monitored.</a:t>
            </a:r>
          </a:p>
          <a:p>
            <a:r>
              <a:rPr lang="en-IN" dirty="0"/>
              <a:t>In our project, these conditions are represented using digital signals.</a:t>
            </a:r>
          </a:p>
          <a:p>
            <a:r>
              <a:rPr lang="en-IN" dirty="0"/>
              <a:t>A value of </a:t>
            </a:r>
            <a:r>
              <a:rPr lang="en-IN" b="1" dirty="0"/>
              <a:t>0 represents a normal condition</a:t>
            </a:r>
            <a:r>
              <a:rPr lang="en-IN" dirty="0"/>
              <a:t>, while </a:t>
            </a:r>
            <a:r>
              <a:rPr lang="en-IN" b="1" dirty="0"/>
              <a:t>1 represents an abnormal condition</a:t>
            </a:r>
            <a:r>
              <a:rPr lang="en-IN" dirty="0"/>
              <a:t>.</a:t>
            </a:r>
          </a:p>
          <a:p>
            <a:r>
              <a:rPr lang="en-IN" dirty="0"/>
              <a:t>The system processes these inputs using combinational logic and generates an alarm whenever an abnormal condition is detected.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FCC7C3-C105-BF47-9B91-C278FBE0D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69" y="1715628"/>
            <a:ext cx="5097211" cy="38229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6770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1810-5F64-7C28-1CC3-85338472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640" y="408257"/>
            <a:ext cx="10515600" cy="1325563"/>
          </a:xfrm>
        </p:spPr>
        <p:txBody>
          <a:bodyPr/>
          <a:lstStyle/>
          <a:p>
            <a:r>
              <a:rPr lang="en-IN" u="sng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EF909-47B6-2D96-6134-6AFA73764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40" y="1871844"/>
            <a:ext cx="10860160" cy="4045878"/>
          </a:xfrm>
        </p:spPr>
        <p:txBody>
          <a:bodyPr/>
          <a:lstStyle/>
          <a:p>
            <a:r>
              <a:rPr lang="en-IN" dirty="0"/>
              <a:t>The main objectives of our project are:</a:t>
            </a:r>
          </a:p>
          <a:p>
            <a:r>
              <a:rPr lang="en-IN" dirty="0"/>
              <a:t>First, to design a digital patient alarm system using combinational logic.</a:t>
            </a:r>
          </a:p>
          <a:p>
            <a:r>
              <a:rPr lang="en-IN" dirty="0"/>
              <a:t>Second, to understand the practical application of </a:t>
            </a:r>
            <a:r>
              <a:rPr lang="en-IN" b="1" dirty="0"/>
              <a:t>logic gates and Boolean algebra</a:t>
            </a:r>
            <a:r>
              <a:rPr lang="en-IN" dirty="0"/>
              <a:t>.</a:t>
            </a:r>
          </a:p>
          <a:p>
            <a:r>
              <a:rPr lang="en-IN" dirty="0"/>
              <a:t>Third, to detect abnormal conditions using digital inputs.</a:t>
            </a:r>
          </a:p>
          <a:p>
            <a:r>
              <a:rPr lang="en-IN" dirty="0"/>
              <a:t>And finally, to simulate and verify the circuit using digital simulation software.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30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5D468-712F-B0FE-EDC9-AD4D7B47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19" y="0"/>
            <a:ext cx="10515600" cy="1325563"/>
          </a:xfrm>
        </p:spPr>
        <p:txBody>
          <a:bodyPr/>
          <a:lstStyle/>
          <a:p>
            <a:r>
              <a:rPr lang="en-IN" u="sng" dirty="0"/>
              <a:t>BLOCK</a:t>
            </a:r>
            <a:r>
              <a:rPr lang="en-IN" dirty="0"/>
              <a:t> </a:t>
            </a:r>
            <a:r>
              <a:rPr lang="en-IN" u="sng" dirty="0"/>
              <a:t>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1E1DA-F585-8632-31D1-E9F4F7ED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219" y="1190445"/>
            <a:ext cx="6399362" cy="531387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This is the block diagram of our proposed system.</a:t>
            </a:r>
          </a:p>
          <a:p>
            <a:r>
              <a:rPr lang="en-IN" dirty="0"/>
              <a:t>We have four inputs: </a:t>
            </a:r>
            <a:r>
              <a:rPr lang="en-IN" b="1" dirty="0"/>
              <a:t>heart rate, temperature, oxygen level, and blood pressure</a:t>
            </a:r>
            <a:r>
              <a:rPr lang="en-IN" dirty="0"/>
              <a:t>.</a:t>
            </a:r>
          </a:p>
          <a:p>
            <a:r>
              <a:rPr lang="en-IN" dirty="0"/>
              <a:t>These inputs are given to the </a:t>
            </a:r>
            <a:r>
              <a:rPr lang="en-IN" b="1" dirty="0"/>
              <a:t>combinational logic circuit</a:t>
            </a:r>
            <a:r>
              <a:rPr lang="en-IN" dirty="0"/>
              <a:t>.</a:t>
            </a:r>
          </a:p>
          <a:p>
            <a:r>
              <a:rPr lang="en-IN" dirty="0"/>
              <a:t>The logic circuit processes the inputs and produces one output called the </a:t>
            </a:r>
            <a:r>
              <a:rPr lang="en-IN" b="1" dirty="0"/>
              <a:t>alarm output</a:t>
            </a:r>
            <a:r>
              <a:rPr lang="en-IN" dirty="0"/>
              <a:t>.</a:t>
            </a:r>
          </a:p>
          <a:p>
            <a:r>
              <a:rPr lang="en-IN" dirty="0"/>
              <a:t>If any one of the inputs becomes abnormal, the alarm is activated using an </a:t>
            </a:r>
            <a:r>
              <a:rPr lang="en-IN" b="1" dirty="0"/>
              <a:t>LED or buzzer</a:t>
            </a: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B6DBC-8C88-71F0-2982-CE6AA0064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581" y="1676160"/>
            <a:ext cx="5258519" cy="35056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9676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B4F6-5EC9-3780-BAA3-FCD92744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94" y="250167"/>
            <a:ext cx="10515600" cy="1325563"/>
          </a:xfrm>
        </p:spPr>
        <p:txBody>
          <a:bodyPr/>
          <a:lstStyle/>
          <a:p>
            <a:r>
              <a:rPr lang="en-IN" u="sng" dirty="0"/>
              <a:t>COMBINATIONAL</a:t>
            </a:r>
            <a:r>
              <a:rPr lang="en-IN" dirty="0"/>
              <a:t>  </a:t>
            </a:r>
            <a:r>
              <a:rPr lang="en-IN" u="sng" dirty="0"/>
              <a:t>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56F01-F9E0-ED1C-AD8C-41AA4F7D3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294" y="1802920"/>
            <a:ext cx="5257800" cy="4804913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The main logic used in our project is the </a:t>
            </a:r>
            <a:r>
              <a:rPr lang="en-IN" b="1" dirty="0"/>
              <a:t>OR gate</a:t>
            </a:r>
            <a:r>
              <a:rPr lang="en-IN" dirty="0"/>
              <a:t>.</a:t>
            </a:r>
          </a:p>
          <a:p>
            <a:r>
              <a:rPr lang="en-IN" dirty="0"/>
              <a:t>An OR gate produces an output of 1 when </a:t>
            </a:r>
            <a:r>
              <a:rPr lang="en-IN" b="1" dirty="0"/>
              <a:t>at least one of its inputs is 1</a:t>
            </a:r>
            <a:r>
              <a:rPr lang="en-IN" dirty="0"/>
              <a:t>.                                         </a:t>
            </a:r>
          </a:p>
          <a:p>
            <a:r>
              <a:rPr lang="en-IN" dirty="0"/>
              <a:t>This makes the OR gate suitable for our project because we want the alarm to activate when any patient parameter becomes abnormal.</a:t>
            </a:r>
          </a:p>
          <a:p>
            <a:r>
              <a:rPr lang="en-IN" dirty="0"/>
              <a:t>So our basic logic function is:</a:t>
            </a:r>
          </a:p>
          <a:p>
            <a:r>
              <a:rPr lang="en-IN" b="1" dirty="0"/>
              <a:t>A equals H OR T OR O OR B.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FC902-9FDE-4DDC-97E0-5F02F56B6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77526"/>
            <a:ext cx="5692706" cy="37951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46344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7E816-B1E1-F9DD-65C4-CDB97B635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0932"/>
            <a:ext cx="10515600" cy="1325563"/>
          </a:xfrm>
        </p:spPr>
        <p:txBody>
          <a:bodyPr/>
          <a:lstStyle/>
          <a:p>
            <a:r>
              <a:rPr lang="en-IN" u="sng" dirty="0"/>
              <a:t>CIRCUIT</a:t>
            </a:r>
            <a:r>
              <a:rPr lang="en-IN" dirty="0"/>
              <a:t>  </a:t>
            </a:r>
            <a:r>
              <a:rPr lang="en-IN" u="sng" dirty="0"/>
              <a:t>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B2DB9-D8A7-F2F0-AF92-66DAA5453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0501"/>
            <a:ext cx="10515600" cy="4351338"/>
          </a:xfrm>
        </p:spPr>
        <p:txBody>
          <a:bodyPr/>
          <a:lstStyle/>
          <a:p>
            <a:r>
              <a:rPr lang="en-IN" dirty="0"/>
              <a:t>This is our circuit diagram.</a:t>
            </a:r>
          </a:p>
          <a:p>
            <a:r>
              <a:rPr lang="en-IN" dirty="0"/>
              <a:t>Since we are using four inputs, we can use two 2-input OR gates.</a:t>
            </a:r>
          </a:p>
          <a:p>
            <a:r>
              <a:rPr lang="en-IN" dirty="0"/>
              <a:t>The first OR gate combines </a:t>
            </a:r>
            <a:r>
              <a:rPr lang="en-IN" b="1" dirty="0"/>
              <a:t>heart rate and temperature</a:t>
            </a:r>
            <a:r>
              <a:rPr lang="en-IN" dirty="0"/>
              <a:t>.</a:t>
            </a:r>
          </a:p>
          <a:p>
            <a:r>
              <a:rPr lang="en-IN" dirty="0"/>
              <a:t>The second OR gate combines </a:t>
            </a:r>
            <a:r>
              <a:rPr lang="en-IN" b="1" dirty="0"/>
              <a:t>oxygen level and blood pressure</a:t>
            </a:r>
            <a:r>
              <a:rPr lang="en-IN" dirty="0"/>
              <a:t>.</a:t>
            </a:r>
          </a:p>
          <a:p>
            <a:r>
              <a:rPr lang="en-IN" dirty="0"/>
              <a:t>The outputs of one OR gates is then connected to the NOT gate.</a:t>
            </a:r>
          </a:p>
          <a:p>
            <a:r>
              <a:rPr lang="en-IN" dirty="0"/>
              <a:t>Finally, the output is connected to an </a:t>
            </a:r>
            <a:r>
              <a:rPr lang="en-IN" b="1" dirty="0"/>
              <a:t>LED or buzzer</a:t>
            </a:r>
            <a:r>
              <a:rPr lang="en-IN" dirty="0"/>
              <a:t>.</a:t>
            </a:r>
          </a:p>
          <a:p>
            <a:r>
              <a:rPr lang="en-IN" dirty="0"/>
              <a:t>When the output is 1, the alarm turns 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4E075-A0BA-D92A-8CE6-EE8474D83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771" y="4657589"/>
            <a:ext cx="9114971" cy="22004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0312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94BA-C508-EA8B-D10F-3186AE88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BOOLEAN</a:t>
            </a:r>
            <a:r>
              <a:rPr lang="en-IN" dirty="0"/>
              <a:t> </a:t>
            </a:r>
            <a:r>
              <a:rPr lang="en-IN" u="sng" dirty="0"/>
              <a:t>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C609B-57F6-4992-B69B-235F7CB03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Boolean expression for our circuit is:</a:t>
            </a:r>
          </a:p>
          <a:p>
            <a:r>
              <a:rPr lang="en-IN" b="1" dirty="0"/>
              <a:t>A = H + T + O + B</a:t>
            </a:r>
            <a:endParaRPr lang="en-IN" dirty="0"/>
          </a:p>
          <a:p>
            <a:r>
              <a:rPr lang="en-IN" dirty="0"/>
              <a:t>Here, the plus symbol represents the </a:t>
            </a:r>
            <a:r>
              <a:rPr lang="en-IN" b="1" dirty="0"/>
              <a:t>OR operation</a:t>
            </a:r>
            <a:r>
              <a:rPr lang="en-IN" dirty="0"/>
              <a:t>.</a:t>
            </a:r>
          </a:p>
          <a:p>
            <a:r>
              <a:rPr lang="en-IN" dirty="0"/>
              <a:t>H represents abnormal heart rate, T represents abnormal temperature, O represents abnormal oxygen level, and B represents abnormal blood pressure.</a:t>
            </a:r>
          </a:p>
          <a:p>
            <a:r>
              <a:rPr lang="en-IN" dirty="0"/>
              <a:t>Therefore, if any of these inputs is 1, the alarm output becomes 1.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3444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0340D-63FC-9162-E667-2BB5B4E50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09" y="0"/>
            <a:ext cx="10515600" cy="1325563"/>
          </a:xfrm>
        </p:spPr>
        <p:txBody>
          <a:bodyPr/>
          <a:lstStyle/>
          <a:p>
            <a:r>
              <a:rPr lang="en-IN" u="sng" dirty="0"/>
              <a:t>TRUTH</a:t>
            </a:r>
            <a:r>
              <a:rPr lang="en-IN" dirty="0"/>
              <a:t> </a:t>
            </a:r>
            <a:r>
              <a:rPr lang="en-IN" u="sng" dirty="0"/>
              <a:t>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1FFAE-838C-4FEE-62D2-CD3D6424B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24" y="1161662"/>
            <a:ext cx="6278593" cy="5773976"/>
          </a:xfrm>
        </p:spPr>
        <p:txBody>
          <a:bodyPr>
            <a:normAutofit/>
          </a:bodyPr>
          <a:lstStyle/>
          <a:p>
            <a:r>
              <a:rPr lang="en-IN" dirty="0"/>
              <a:t>This is the truth table for our system.</a:t>
            </a:r>
          </a:p>
          <a:p>
            <a:r>
              <a:rPr lang="en-IN" dirty="0"/>
              <a:t>Since we have four inputs, the total number of possible combinations is:</a:t>
            </a:r>
          </a:p>
          <a:p>
            <a:r>
              <a:rPr lang="en-IN" b="1" dirty="0"/>
              <a:t>2 to the power 4, which is 16 combinations.</a:t>
            </a:r>
            <a:endParaRPr lang="en-IN" dirty="0"/>
          </a:p>
          <a:p>
            <a:r>
              <a:rPr lang="en-IN" dirty="0"/>
              <a:t>When all four inputs are zero, the alarm output is zero.</a:t>
            </a:r>
          </a:p>
          <a:p>
            <a:r>
              <a:rPr lang="en-IN" dirty="0"/>
              <a:t>For every other combination, at least one input is one, so the alarm output becomes one.</a:t>
            </a:r>
          </a:p>
          <a:p>
            <a:r>
              <a:rPr lang="en-IN" dirty="0"/>
              <a:t>Therefore, the alarm is activated whenever any abnormal condition is detected.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41515-F897-2903-0FE9-BC803A8AF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306" y="2362926"/>
            <a:ext cx="5444705" cy="25456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7794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5556-AD4B-1144-B3C5-50811D64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08" y="0"/>
            <a:ext cx="10515600" cy="1325563"/>
          </a:xfrm>
        </p:spPr>
        <p:txBody>
          <a:bodyPr/>
          <a:lstStyle/>
          <a:p>
            <a:r>
              <a:rPr lang="en-IN" u="sng" dirty="0"/>
              <a:t>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E5D6F-AD43-CC07-46CD-CB323CAFF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808" y="1253330"/>
            <a:ext cx="5906192" cy="5280473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Now we can see the simulation of our circuit.</a:t>
            </a:r>
          </a:p>
          <a:p>
            <a:r>
              <a:rPr lang="en-IN" dirty="0"/>
              <a:t>We have used switches to represent the four patient conditions.</a:t>
            </a:r>
          </a:p>
          <a:p>
            <a:r>
              <a:rPr lang="en-IN" dirty="0"/>
              <a:t>The switches are connected to OR gates, and the final output is connected to an LED.</a:t>
            </a:r>
          </a:p>
          <a:p>
            <a:r>
              <a:rPr lang="en-IN" dirty="0"/>
              <a:t>When all switches are OFF, the LED is OFF.</a:t>
            </a:r>
          </a:p>
          <a:p>
            <a:r>
              <a:rPr lang="en-IN" dirty="0"/>
              <a:t>If we turn ON any one switch, the LED immediately turns ON.</a:t>
            </a:r>
          </a:p>
          <a:p>
            <a:r>
              <a:rPr lang="en-IN" dirty="0"/>
              <a:t>This confirms that our circuit is working according to the Boolean expression and truth table.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08A43-597C-5A27-6380-FD476838F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29296"/>
            <a:ext cx="5963061" cy="39753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0303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3667-3ACC-2395-6299-DB3CF670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1655"/>
            <a:ext cx="10515600" cy="1325563"/>
          </a:xfrm>
        </p:spPr>
        <p:txBody>
          <a:bodyPr/>
          <a:lstStyle/>
          <a:p>
            <a:r>
              <a:rPr lang="en-IN" u="sng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2BC8-41F9-46C6-0B5B-BBBEBE339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27218"/>
            <a:ext cx="10515600" cy="4351338"/>
          </a:xfrm>
        </p:spPr>
        <p:txBody>
          <a:bodyPr/>
          <a:lstStyle/>
          <a:p>
            <a:r>
              <a:rPr lang="en-IN" dirty="0"/>
              <a:t>There are several advantages of this system.</a:t>
            </a:r>
          </a:p>
          <a:p>
            <a:r>
              <a:rPr lang="en-IN" dirty="0"/>
              <a:t>First, the circuit is </a:t>
            </a:r>
            <a:r>
              <a:rPr lang="en-IN" b="1" dirty="0"/>
              <a:t>simple and easy to understand</a:t>
            </a:r>
            <a:r>
              <a:rPr lang="en-IN" dirty="0"/>
              <a:t>.</a:t>
            </a:r>
          </a:p>
          <a:p>
            <a:r>
              <a:rPr lang="en-IN" dirty="0"/>
              <a:t>Second, it provides a </a:t>
            </a:r>
            <a:r>
              <a:rPr lang="en-IN" b="1" dirty="0"/>
              <a:t>fast response</a:t>
            </a:r>
            <a:r>
              <a:rPr lang="en-IN" dirty="0"/>
              <a:t> because it uses combinational logic.</a:t>
            </a:r>
          </a:p>
          <a:p>
            <a:r>
              <a:rPr lang="en-IN" dirty="0"/>
              <a:t>Third, it requires only basic digital components.</a:t>
            </a:r>
          </a:p>
          <a:p>
            <a:r>
              <a:rPr lang="en-IN" dirty="0"/>
              <a:t>It is also easy to simulate, inexpensive, and can be expanded by adding more inputs.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90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A0643-1D4E-CA9F-7B54-D68D6DDC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APPLICATIONS</a:t>
            </a:r>
            <a:r>
              <a:rPr lang="en-IN" dirty="0"/>
              <a:t> &amp; </a:t>
            </a:r>
            <a:r>
              <a:rPr lang="en-IN" u="sng" dirty="0"/>
              <a:t>FUTURE</a:t>
            </a:r>
            <a:r>
              <a:rPr lang="en-IN" dirty="0"/>
              <a:t> </a:t>
            </a:r>
            <a:r>
              <a:rPr lang="en-IN" u="sng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0C012-933D-F82D-1AEC-73448DF8E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concept can be applied to patient monitoring systems, hospital alarm systems, ICU monitoring concepts, and emergency alert systems.</a:t>
            </a:r>
          </a:p>
          <a:p>
            <a:r>
              <a:rPr lang="en-IN" dirty="0"/>
              <a:t>In the future, the project can be improved by connecting </a:t>
            </a:r>
            <a:r>
              <a:rPr lang="en-IN" b="1" dirty="0"/>
              <a:t>real sensors</a:t>
            </a:r>
            <a:r>
              <a:rPr lang="en-IN" dirty="0"/>
              <a:t> for temperature, heart rate, oxygen level, and blood pressure.</a:t>
            </a:r>
          </a:p>
          <a:p>
            <a:r>
              <a:rPr lang="en-IN" dirty="0"/>
              <a:t>We can also add a </a:t>
            </a:r>
            <a:r>
              <a:rPr lang="en-IN" b="1" dirty="0"/>
              <a:t>microcontroller, LCD display, wireless communication, and individual warning indicators</a:t>
            </a:r>
            <a:r>
              <a:rPr lang="en-IN" dirty="0"/>
              <a:t>.</a:t>
            </a:r>
          </a:p>
          <a:p>
            <a:r>
              <a:rPr lang="en-IN" dirty="0"/>
              <a:t>This would make the system more advanced and practical.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949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B6D2-B0A7-4A11-56AA-92B5B2174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DE931-F813-600A-E25E-3B63A8B70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To conclude, we successfully designed and simulated a digital patient alarm system using combinational logic.</a:t>
            </a:r>
          </a:p>
          <a:p>
            <a:r>
              <a:rPr lang="en-IN" dirty="0"/>
              <a:t>The system uses four digital inputs representing different patient conditions.</a:t>
            </a:r>
          </a:p>
          <a:p>
            <a:r>
              <a:rPr lang="en-IN" dirty="0"/>
              <a:t>Using OR gates, the system activates an alarm whenever at least one abnormal condition is detected.</a:t>
            </a:r>
          </a:p>
          <a:p>
            <a:r>
              <a:rPr lang="en-IN" dirty="0"/>
              <a:t>This project helped us understand the practical application of </a:t>
            </a:r>
            <a:r>
              <a:rPr lang="en-IN" b="1" dirty="0"/>
              <a:t>logic gates, Boolean expressions, truth tables, and digital circuit simulation</a:t>
            </a:r>
            <a:r>
              <a:rPr lang="en-IN" dirty="0"/>
              <a:t>.</a:t>
            </a:r>
          </a:p>
          <a:p>
            <a:r>
              <a:rPr lang="en-IN" dirty="0"/>
              <a:t>Thank you for listening to our presentation.</a:t>
            </a:r>
          </a:p>
          <a:p>
            <a:r>
              <a:rPr lang="en-IN" b="1" dirty="0"/>
              <a:t>I am ready to answer any questions.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437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eo 2" title="Dots Connecting Lines">
            <a:hlinkClick r:id="" action="ppaction://media"/>
            <a:extLst>
              <a:ext uri="{FF2B5EF4-FFF2-40B4-BE49-F238E27FC236}">
                <a16:creationId xmlns:a16="http://schemas.microsoft.com/office/drawing/2014/main" id="{4B2393CE-09CF-96AC-6611-6B571C7AE96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80A94EB-36E3-003E-A44E-908523915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52539"/>
            <a:ext cx="12545684" cy="2980134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+mn-lt"/>
              </a:rPr>
              <a:t>Thank you for listening to our presentation.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 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23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869</Words>
  <Application>Microsoft Office PowerPoint</Application>
  <PresentationFormat>Widescreen</PresentationFormat>
  <Paragraphs>79</Paragraphs>
  <Slides>13</Slides>
  <Notes>1</Notes>
  <HiddenSlides>0</HiddenSlides>
  <MMClips>1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  <vt:variant>
        <vt:lpstr>Custom Shows</vt:lpstr>
      </vt:variant>
      <vt:variant>
        <vt:i4>1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Design and Simulation of a Digital Patient Emergency Alarm and Alert System Using Combination Logic</vt:lpstr>
      <vt:lpstr>PATIENT MONITORING</vt:lpstr>
      <vt:lpstr>OBJECTIVES</vt:lpstr>
      <vt:lpstr>BLOCK DIAGRAM</vt:lpstr>
      <vt:lpstr>COMBINATIONAL  LOGIC</vt:lpstr>
      <vt:lpstr>CIRCUIT  DIAGRAM</vt:lpstr>
      <vt:lpstr>BOOLEAN EXPRESSION</vt:lpstr>
      <vt:lpstr>TRUTH TABLE</vt:lpstr>
      <vt:lpstr>SIMULATION</vt:lpstr>
      <vt:lpstr>ADVANTAGES</vt:lpstr>
      <vt:lpstr>APPLICATIONS &amp; FUTURE SCOPE</vt:lpstr>
      <vt:lpstr>CONCLUSION</vt:lpstr>
      <vt:lpstr>Thank you for listening to our presentation. 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Lakshminarayana Tammu</dc:creator>
  <cp:lastModifiedBy>Lakshminarayana Tammu</cp:lastModifiedBy>
  <cp:revision>6</cp:revision>
  <dcterms:created xsi:type="dcterms:W3CDTF">2026-09-07T15:13:23Z</dcterms:created>
  <dcterms:modified xsi:type="dcterms:W3CDTF">2026-09-10T04:02:38Z</dcterms:modified>
</cp:coreProperties>
</file>